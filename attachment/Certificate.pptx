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leo Bold Italics" panose="020B0604020202020204" charset="0"/>
      <p:regular r:id="rId3"/>
    </p:embeddedFont>
    <p:embeddedFont>
      <p:font typeface="DM Serif Display" panose="020F0502020204030204" pitchFamily="2" charset="0"/>
      <p:regular r:id="rId4"/>
    </p:embeddedFont>
    <p:embeddedFont>
      <p:font typeface="Lato" panose="020F0502020204030203" pitchFamily="34" charset="0"/>
      <p:regular r:id="rId5"/>
    </p:embeddedFont>
    <p:embeddedFont>
      <p:font typeface="Lato Bold" panose="020B0604020202020204" charset="0"/>
      <p:regular r:id="rId6"/>
    </p:embeddedFont>
    <p:embeddedFont>
      <p:font typeface="League Gothic" panose="020B0604020202020204" charset="0"/>
      <p:regular r:id="rId7"/>
    </p:embeddedFont>
    <p:embeddedFont>
      <p:font typeface="Libre Baskerville" panose="02000000000000000000" pitchFamily="2" charset="0"/>
      <p:regular r:id="rId8"/>
    </p:embeddedFont>
    <p:embeddedFont>
      <p:font typeface="Libre Baskerville Bold" panose="02000000000000000000" charset="0"/>
      <p:regular r:id="rId9"/>
    </p:embeddedFont>
    <p:embeddedFont>
      <p:font typeface="Source Serif Pro Bold" panose="020B0604020202020204" charset="0"/>
      <p:regular r:id="rId10"/>
    </p:embeddedFont>
    <p:embeddedFont>
      <p:font typeface="TT Hoves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5" d="100"/>
          <a:sy n="35" d="100"/>
        </p:scale>
        <p:origin x="43" y="8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ableStyles" Target="tableStyle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CF5">
                <a:alpha val="100000"/>
              </a:srgbClr>
            </a:gs>
            <a:gs pos="100000">
              <a:srgbClr val="D8D5CA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561967">
            <a:off x="-1373656" y="2534641"/>
            <a:ext cx="2233791" cy="4950229"/>
          </a:xfrm>
          <a:custGeom>
            <a:avLst/>
            <a:gdLst/>
            <a:ahLst/>
            <a:cxnLst/>
            <a:rect l="l" t="t" r="r" b="b"/>
            <a:pathLst>
              <a:path w="2233791" h="4950229">
                <a:moveTo>
                  <a:pt x="0" y="0"/>
                </a:moveTo>
                <a:lnTo>
                  <a:pt x="2233790" y="0"/>
                </a:lnTo>
                <a:lnTo>
                  <a:pt x="2233790" y="4950229"/>
                </a:lnTo>
                <a:lnTo>
                  <a:pt x="0" y="49502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7286">
            <a:off x="16600744" y="9724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308371" y="9258300"/>
            <a:ext cx="18904743" cy="1033139"/>
            <a:chOff x="0" y="0"/>
            <a:chExt cx="6288514" cy="3436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88513" cy="343666"/>
            </a:xfrm>
            <a:custGeom>
              <a:avLst/>
              <a:gdLst/>
              <a:ahLst/>
              <a:cxnLst/>
              <a:rect l="l" t="t" r="r" b="b"/>
              <a:pathLst>
                <a:path w="6288513" h="343666">
                  <a:moveTo>
                    <a:pt x="0" y="0"/>
                  </a:moveTo>
                  <a:lnTo>
                    <a:pt x="6288513" y="0"/>
                  </a:lnTo>
                  <a:lnTo>
                    <a:pt x="6288513" y="343666"/>
                  </a:lnTo>
                  <a:lnTo>
                    <a:pt x="0" y="343666"/>
                  </a:lnTo>
                  <a:close/>
                </a:path>
              </a:pathLst>
            </a:custGeom>
            <a:solidFill>
              <a:srgbClr val="004E7A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288514" cy="381766"/>
            </a:xfrm>
            <a:prstGeom prst="rect">
              <a:avLst/>
            </a:prstGeom>
          </p:spPr>
          <p:txBody>
            <a:bodyPr lIns="40222" tIns="40222" rIns="40222" bIns="40222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403594" y="1115941"/>
            <a:ext cx="8848304" cy="8059557"/>
          </a:xfrm>
          <a:custGeom>
            <a:avLst/>
            <a:gdLst/>
            <a:ahLst/>
            <a:cxnLst/>
            <a:rect l="l" t="t" r="r" b="b"/>
            <a:pathLst>
              <a:path w="8848304" h="8059557">
                <a:moveTo>
                  <a:pt x="0" y="0"/>
                </a:moveTo>
                <a:lnTo>
                  <a:pt x="8848304" y="0"/>
                </a:lnTo>
                <a:lnTo>
                  <a:pt x="8848304" y="8059557"/>
                </a:lnTo>
                <a:lnTo>
                  <a:pt x="0" y="8059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-66675"/>
            <a:ext cx="18683546" cy="2463299"/>
            <a:chOff x="0" y="0"/>
            <a:chExt cx="24911395" cy="328439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97468"/>
              <a:ext cx="24384000" cy="1487921"/>
              <a:chOff x="0" y="0"/>
              <a:chExt cx="6083359" cy="37120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83359" cy="371209"/>
              </a:xfrm>
              <a:custGeom>
                <a:avLst/>
                <a:gdLst/>
                <a:ahLst/>
                <a:cxnLst/>
                <a:rect l="l" t="t" r="r" b="b"/>
                <a:pathLst>
                  <a:path w="6083359" h="371209">
                    <a:moveTo>
                      <a:pt x="0" y="0"/>
                    </a:moveTo>
                    <a:lnTo>
                      <a:pt x="6083359" y="0"/>
                    </a:lnTo>
                    <a:lnTo>
                      <a:pt x="6083359" y="371209"/>
                    </a:lnTo>
                    <a:lnTo>
                      <a:pt x="0" y="371209"/>
                    </a:lnTo>
                    <a:close/>
                  </a:path>
                </a:pathLst>
              </a:custGeom>
              <a:solidFill>
                <a:srgbClr val="004E7A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083359" cy="409309"/>
              </a:xfrm>
              <a:prstGeom prst="rect">
                <a:avLst/>
              </a:prstGeom>
            </p:spPr>
            <p:txBody>
              <a:bodyPr lIns="40222" tIns="40222" rIns="40222" bIns="40222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219200" y="250166"/>
              <a:ext cx="2645394" cy="3034232"/>
            </a:xfrm>
            <a:custGeom>
              <a:avLst/>
              <a:gdLst/>
              <a:ahLst/>
              <a:cxnLst/>
              <a:rect l="l" t="t" r="r" b="b"/>
              <a:pathLst>
                <a:path w="2645394" h="3034232">
                  <a:moveTo>
                    <a:pt x="0" y="0"/>
                  </a:moveTo>
                  <a:lnTo>
                    <a:pt x="2645394" y="0"/>
                  </a:lnTo>
                  <a:lnTo>
                    <a:pt x="2645394" y="3034233"/>
                  </a:lnTo>
                  <a:lnTo>
                    <a:pt x="0" y="3034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28" r="-5762" b="-11621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1797587" y="533177"/>
              <a:ext cx="1214813" cy="727957"/>
            </a:xfrm>
            <a:custGeom>
              <a:avLst/>
              <a:gdLst/>
              <a:ahLst/>
              <a:cxnLst/>
              <a:rect l="l" t="t" r="r" b="b"/>
              <a:pathLst>
                <a:path w="1214813" h="727957">
                  <a:moveTo>
                    <a:pt x="0" y="0"/>
                  </a:moveTo>
                  <a:lnTo>
                    <a:pt x="1214813" y="0"/>
                  </a:lnTo>
                  <a:lnTo>
                    <a:pt x="1214813" y="727957"/>
                  </a:lnTo>
                  <a:lnTo>
                    <a:pt x="0" y="72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8094" r="-1809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9898592" y="0"/>
              <a:ext cx="5012803" cy="2010210"/>
            </a:xfrm>
            <a:custGeom>
              <a:avLst/>
              <a:gdLst/>
              <a:ahLst/>
              <a:cxnLst/>
              <a:rect l="l" t="t" r="r" b="b"/>
              <a:pathLst>
                <a:path w="5012803" h="2010210">
                  <a:moveTo>
                    <a:pt x="0" y="0"/>
                  </a:moveTo>
                  <a:lnTo>
                    <a:pt x="5012803" y="0"/>
                  </a:lnTo>
                  <a:lnTo>
                    <a:pt x="5012803" y="2010210"/>
                  </a:lnTo>
                  <a:lnTo>
                    <a:pt x="0" y="201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4933469" y="269216"/>
              <a:ext cx="14320434" cy="9918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780"/>
                </a:lnSpc>
                <a:spcBef>
                  <a:spcPct val="0"/>
                </a:spcBef>
              </a:pPr>
              <a:r>
                <a:rPr lang="en-US" sz="1271" b="1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Pune V</a:t>
              </a:r>
              <a:r>
                <a:rPr lang="en-US" sz="1271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idyarthi Griha’s</a:t>
              </a:r>
            </a:p>
            <a:p>
              <a:pPr marL="0" lvl="0" indent="0" algn="ctr">
                <a:lnSpc>
                  <a:spcPts val="2785"/>
                </a:lnSpc>
                <a:spcBef>
                  <a:spcPct val="0"/>
                </a:spcBef>
              </a:pPr>
              <a:r>
                <a:rPr lang="en-US" sz="1989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</a:t>
              </a:r>
              <a:r>
                <a:rPr lang="en-US" sz="1989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COLLEGE OF ENGINEERING, TECHNOLOGY AND MANAGEMENT, PUNE</a:t>
              </a:r>
            </a:p>
            <a:p>
              <a:pPr marL="0" lvl="0" indent="0" algn="ctr">
                <a:lnSpc>
                  <a:spcPts val="1478"/>
                </a:lnSpc>
                <a:spcBef>
                  <a:spcPct val="0"/>
                </a:spcBef>
              </a:pPr>
              <a:r>
                <a:rPr lang="en-US" sz="1056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(An Autonomous Institute Affiliated to Savitribai Phule Pune University) 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rot="6647286">
            <a:off x="16753144" y="11248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069430" y="9404098"/>
            <a:ext cx="3516633" cy="114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spcBef>
                <a:spcPct val="0"/>
              </a:spcBef>
            </a:pPr>
            <a:r>
              <a:rPr lang="en-US" sz="2800" spc="28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 ASSOCIATION WITH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3980" y="9346948"/>
            <a:ext cx="17475586" cy="837645"/>
            <a:chOff x="0" y="0"/>
            <a:chExt cx="23300781" cy="1116860"/>
          </a:xfrm>
        </p:grpSpPr>
        <p:sp>
          <p:nvSpPr>
            <p:cNvPr id="19" name="Freeform 19"/>
            <p:cNvSpPr/>
            <p:nvPr/>
          </p:nvSpPr>
          <p:spPr>
            <a:xfrm>
              <a:off x="13898075" y="54202"/>
              <a:ext cx="1532403" cy="968134"/>
            </a:xfrm>
            <a:custGeom>
              <a:avLst/>
              <a:gdLst/>
              <a:ahLst/>
              <a:cxnLst/>
              <a:rect l="l" t="t" r="r" b="b"/>
              <a:pathLst>
                <a:path w="1532403" h="968134">
                  <a:moveTo>
                    <a:pt x="0" y="0"/>
                  </a:moveTo>
                  <a:lnTo>
                    <a:pt x="1532404" y="0"/>
                  </a:lnTo>
                  <a:lnTo>
                    <a:pt x="1532404" y="968134"/>
                  </a:lnTo>
                  <a:lnTo>
                    <a:pt x="0" y="9681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82" t="-3152" r="-5382" b="-3823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17075812" y="0"/>
              <a:ext cx="1728802" cy="1076537"/>
            </a:xfrm>
            <a:custGeom>
              <a:avLst/>
              <a:gdLst/>
              <a:ahLst/>
              <a:cxnLst/>
              <a:rect l="l" t="t" r="r" b="b"/>
              <a:pathLst>
                <a:path w="1728802" h="1076537">
                  <a:moveTo>
                    <a:pt x="0" y="0"/>
                  </a:moveTo>
                  <a:lnTo>
                    <a:pt x="1728802" y="0"/>
                  </a:lnTo>
                  <a:lnTo>
                    <a:pt x="1728802" y="1076537"/>
                  </a:lnTo>
                  <a:lnTo>
                    <a:pt x="0" y="1076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050" t="-762" r="-5050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20159333" y="169334"/>
              <a:ext cx="3141448" cy="686901"/>
            </a:xfrm>
            <a:custGeom>
              <a:avLst/>
              <a:gdLst/>
              <a:ahLst/>
              <a:cxnLst/>
              <a:rect l="l" t="t" r="r" b="b"/>
              <a:pathLst>
                <a:path w="3141448" h="686901">
                  <a:moveTo>
                    <a:pt x="0" y="0"/>
                  </a:moveTo>
                  <a:lnTo>
                    <a:pt x="3141448" y="0"/>
                  </a:lnTo>
                  <a:lnTo>
                    <a:pt x="3141448" y="686901"/>
                  </a:lnTo>
                  <a:lnTo>
                    <a:pt x="0" y="686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3226" r="-4339" b="-13226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616257" y="36126"/>
              <a:ext cx="1700664" cy="1004284"/>
              <a:chOff x="0" y="0"/>
              <a:chExt cx="1204218" cy="7111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04218" cy="711120"/>
              </a:xfrm>
              <a:custGeom>
                <a:avLst/>
                <a:gdLst/>
                <a:ahLst/>
                <a:cxnLst/>
                <a:rect l="l" t="t" r="r" b="b"/>
                <a:pathLst>
                  <a:path w="1204218" h="711120">
                    <a:moveTo>
                      <a:pt x="0" y="0"/>
                    </a:moveTo>
                    <a:lnTo>
                      <a:pt x="1204218" y="0"/>
                    </a:lnTo>
                    <a:lnTo>
                      <a:pt x="1204218" y="711120"/>
                    </a:lnTo>
                    <a:lnTo>
                      <a:pt x="0" y="71112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34670" b="-3467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0" y="82919"/>
              <a:ext cx="2617179" cy="859731"/>
              <a:chOff x="0" y="0"/>
              <a:chExt cx="6601336" cy="216850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-3810" y="0"/>
                <a:ext cx="6614036" cy="2169778"/>
              </a:xfrm>
              <a:custGeom>
                <a:avLst/>
                <a:gdLst/>
                <a:ahLst/>
                <a:cxnLst/>
                <a:rect l="l" t="t" r="r" b="b"/>
                <a:pathLst>
                  <a:path w="6614036" h="2169778">
                    <a:moveTo>
                      <a:pt x="6598040" y="2150854"/>
                    </a:moveTo>
                    <a:lnTo>
                      <a:pt x="6316175" y="2150854"/>
                    </a:lnTo>
                    <a:lnTo>
                      <a:pt x="6207218" y="2127315"/>
                    </a:lnTo>
                    <a:lnTo>
                      <a:pt x="411212" y="2144969"/>
                    </a:lnTo>
                    <a:lnTo>
                      <a:pt x="302256" y="2168508"/>
                    </a:lnTo>
                    <a:lnTo>
                      <a:pt x="10916" y="2169778"/>
                    </a:lnTo>
                    <a:lnTo>
                      <a:pt x="10916" y="1429979"/>
                    </a:lnTo>
                    <a:cubicBezTo>
                      <a:pt x="10916" y="1429979"/>
                      <a:pt x="0" y="1114168"/>
                      <a:pt x="10916" y="918992"/>
                    </a:cubicBezTo>
                    <a:cubicBezTo>
                      <a:pt x="25127" y="723817"/>
                      <a:pt x="10916" y="616912"/>
                      <a:pt x="10916" y="616912"/>
                    </a:cubicBezTo>
                    <a:lnTo>
                      <a:pt x="8547" y="411928"/>
                    </a:lnTo>
                    <a:lnTo>
                      <a:pt x="8547" y="0"/>
                    </a:lnTo>
                    <a:lnTo>
                      <a:pt x="820983" y="0"/>
                    </a:lnTo>
                    <a:lnTo>
                      <a:pt x="984417" y="32366"/>
                    </a:lnTo>
                    <a:cubicBezTo>
                      <a:pt x="984417" y="32366"/>
                      <a:pt x="2760880" y="14712"/>
                      <a:pt x="3177757" y="29423"/>
                    </a:cubicBezTo>
                    <a:cubicBezTo>
                      <a:pt x="3594633" y="44135"/>
                      <a:pt x="5745338" y="32366"/>
                      <a:pt x="5745338" y="32366"/>
                    </a:cubicBezTo>
                    <a:lnTo>
                      <a:pt x="5842451" y="0"/>
                    </a:lnTo>
                    <a:lnTo>
                      <a:pt x="6600409" y="0"/>
                    </a:lnTo>
                    <a:lnTo>
                      <a:pt x="6600409" y="561988"/>
                    </a:lnTo>
                    <a:cubicBezTo>
                      <a:pt x="6600409" y="561988"/>
                      <a:pt x="6610226" y="553161"/>
                      <a:pt x="6600409" y="782664"/>
                    </a:cubicBezTo>
                    <a:cubicBezTo>
                      <a:pt x="6586197" y="1012166"/>
                      <a:pt x="6600409" y="1052378"/>
                      <a:pt x="6600409" y="1052378"/>
                    </a:cubicBezTo>
                    <a:cubicBezTo>
                      <a:pt x="6600409" y="1052378"/>
                      <a:pt x="6614036" y="1238727"/>
                      <a:pt x="6600409" y="1361325"/>
                    </a:cubicBezTo>
                    <a:cubicBezTo>
                      <a:pt x="6576723" y="1485884"/>
                      <a:pt x="6598040" y="2150854"/>
                      <a:pt x="6598040" y="2150854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34" t="-9450" r="-27" b="-945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316001" y="0"/>
              <a:ext cx="1445431" cy="1116860"/>
              <a:chOff x="0" y="0"/>
              <a:chExt cx="5390503" cy="4165151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-3810" y="0"/>
                <a:ext cx="5403203" cy="4166421"/>
              </a:xfrm>
              <a:custGeom>
                <a:avLst/>
                <a:gdLst/>
                <a:ahLst/>
                <a:cxnLst/>
                <a:rect l="l" t="t" r="r" b="b"/>
                <a:pathLst>
                  <a:path w="5403203" h="4166421">
                    <a:moveTo>
                      <a:pt x="5388510" y="4131242"/>
                    </a:moveTo>
                    <a:lnTo>
                      <a:pt x="5158345" y="4131242"/>
                    </a:lnTo>
                    <a:lnTo>
                      <a:pt x="5069374" y="4086030"/>
                    </a:lnTo>
                    <a:lnTo>
                      <a:pt x="336485" y="4119939"/>
                    </a:lnTo>
                    <a:lnTo>
                      <a:pt x="247514" y="4165151"/>
                    </a:lnTo>
                    <a:lnTo>
                      <a:pt x="9612" y="4166421"/>
                    </a:lnTo>
                    <a:lnTo>
                      <a:pt x="9612" y="2746626"/>
                    </a:lnTo>
                    <a:cubicBezTo>
                      <a:pt x="9612" y="2746626"/>
                      <a:pt x="0" y="2140032"/>
                      <a:pt x="9612" y="1765150"/>
                    </a:cubicBezTo>
                    <a:cubicBezTo>
                      <a:pt x="21217" y="1390268"/>
                      <a:pt x="9612" y="1184930"/>
                      <a:pt x="9612" y="1184930"/>
                    </a:cubicBezTo>
                    <a:lnTo>
                      <a:pt x="7678" y="791209"/>
                    </a:lnTo>
                    <a:lnTo>
                      <a:pt x="7678" y="0"/>
                    </a:lnTo>
                    <a:lnTo>
                      <a:pt x="671095" y="0"/>
                    </a:lnTo>
                    <a:lnTo>
                      <a:pt x="804552" y="62166"/>
                    </a:lnTo>
                    <a:cubicBezTo>
                      <a:pt x="804552" y="62166"/>
                      <a:pt x="2255172" y="28257"/>
                      <a:pt x="2595584" y="56515"/>
                    </a:cubicBezTo>
                    <a:cubicBezTo>
                      <a:pt x="2935996" y="84772"/>
                      <a:pt x="4692213" y="62166"/>
                      <a:pt x="4692213" y="62166"/>
                    </a:cubicBezTo>
                    <a:lnTo>
                      <a:pt x="4771514" y="0"/>
                    </a:lnTo>
                    <a:lnTo>
                      <a:pt x="5390444" y="0"/>
                    </a:lnTo>
                    <a:lnTo>
                      <a:pt x="5390444" y="1079435"/>
                    </a:lnTo>
                    <a:cubicBezTo>
                      <a:pt x="5390444" y="1079435"/>
                      <a:pt x="5399393" y="1062481"/>
                      <a:pt x="5390444" y="1503297"/>
                    </a:cubicBezTo>
                    <a:cubicBezTo>
                      <a:pt x="5378839" y="1944114"/>
                      <a:pt x="5390444" y="2021351"/>
                      <a:pt x="5390444" y="2021351"/>
                    </a:cubicBezTo>
                    <a:cubicBezTo>
                      <a:pt x="5390444" y="2021351"/>
                      <a:pt x="5403203" y="2379279"/>
                      <a:pt x="5390444" y="2614758"/>
                    </a:cubicBezTo>
                    <a:cubicBezTo>
                      <a:pt x="5371103" y="2854004"/>
                      <a:pt x="5388510" y="4131242"/>
                      <a:pt x="5388510" y="4131242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" t="-14729" r="-28" b="-14729"/>
                </a:stretch>
              </a:blipFill>
            </p:spPr>
          </p:sp>
        </p:grpSp>
      </p:grpSp>
      <p:sp>
        <p:nvSpPr>
          <p:cNvPr id="28" name="Freeform 28"/>
          <p:cNvSpPr/>
          <p:nvPr/>
        </p:nvSpPr>
        <p:spPr>
          <a:xfrm>
            <a:off x="13917657" y="7670115"/>
            <a:ext cx="2651550" cy="850781"/>
          </a:xfrm>
          <a:custGeom>
            <a:avLst/>
            <a:gdLst/>
            <a:ahLst/>
            <a:cxnLst/>
            <a:rect l="l" t="t" r="r" b="b"/>
            <a:pathLst>
              <a:path w="2651550" h="850781">
                <a:moveTo>
                  <a:pt x="0" y="0"/>
                </a:moveTo>
                <a:lnTo>
                  <a:pt x="2651549" y="0"/>
                </a:lnTo>
                <a:lnTo>
                  <a:pt x="2651549" y="850781"/>
                </a:lnTo>
                <a:lnTo>
                  <a:pt x="0" y="850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953980" y="7695322"/>
            <a:ext cx="1119537" cy="975148"/>
          </a:xfrm>
          <a:custGeom>
            <a:avLst/>
            <a:gdLst/>
            <a:ahLst/>
            <a:cxnLst/>
            <a:rect l="l" t="t" r="r" b="b"/>
            <a:pathLst>
              <a:path w="1119537" h="975148">
                <a:moveTo>
                  <a:pt x="0" y="0"/>
                </a:moveTo>
                <a:lnTo>
                  <a:pt x="1119537" y="0"/>
                </a:lnTo>
                <a:lnTo>
                  <a:pt x="1119537" y="975148"/>
                </a:lnTo>
                <a:lnTo>
                  <a:pt x="0" y="975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76428" y="7926059"/>
            <a:ext cx="2497916" cy="1095577"/>
          </a:xfrm>
          <a:custGeom>
            <a:avLst/>
            <a:gdLst/>
            <a:ahLst/>
            <a:cxnLst/>
            <a:rect l="l" t="t" r="r" b="b"/>
            <a:pathLst>
              <a:path w="2497916" h="1095577">
                <a:moveTo>
                  <a:pt x="0" y="0"/>
                </a:moveTo>
                <a:lnTo>
                  <a:pt x="2497916" y="0"/>
                </a:lnTo>
                <a:lnTo>
                  <a:pt x="2497916" y="1095577"/>
                </a:lnTo>
                <a:lnTo>
                  <a:pt x="0" y="10955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11518424" y="7556212"/>
            <a:ext cx="1155151" cy="953000"/>
          </a:xfrm>
          <a:custGeom>
            <a:avLst/>
            <a:gdLst/>
            <a:ahLst/>
            <a:cxnLst/>
            <a:rect l="l" t="t" r="r" b="b"/>
            <a:pathLst>
              <a:path w="1155151" h="953000">
                <a:moveTo>
                  <a:pt x="0" y="0"/>
                </a:moveTo>
                <a:lnTo>
                  <a:pt x="1155152" y="0"/>
                </a:lnTo>
                <a:lnTo>
                  <a:pt x="1155152" y="953000"/>
                </a:lnTo>
                <a:lnTo>
                  <a:pt x="0" y="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71770" y="7695322"/>
            <a:ext cx="1089628" cy="759872"/>
          </a:xfrm>
          <a:custGeom>
            <a:avLst/>
            <a:gdLst/>
            <a:ahLst/>
            <a:cxnLst/>
            <a:rect l="l" t="t" r="r" b="b"/>
            <a:pathLst>
              <a:path w="1089628" h="759872">
                <a:moveTo>
                  <a:pt x="0" y="0"/>
                </a:moveTo>
                <a:lnTo>
                  <a:pt x="1089628" y="0"/>
                </a:lnTo>
                <a:lnTo>
                  <a:pt x="1089628" y="759873"/>
                </a:lnTo>
                <a:lnTo>
                  <a:pt x="0" y="75987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18567" y="4540408"/>
            <a:ext cx="17050866" cy="3015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5"/>
              </a:lnSpc>
            </a:pPr>
            <a:r>
              <a:rPr lang="en-US" sz="3996" b="1" spc="25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&lt;&lt;NAME&gt;&gt;</a:t>
            </a:r>
          </a:p>
          <a:p>
            <a:pPr algn="ctr">
              <a:lnSpc>
                <a:spcPts val="3226"/>
              </a:lnSpc>
            </a:pPr>
            <a:endParaRPr lang="en-US" sz="3996" b="1" spc="25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for actively participating in the 3 Days International Symposium on “Niche Areas of Sustainable Development” ISNASD’25 from 3rd to 5th November 2025, </a:t>
            </a:r>
            <a:r>
              <a:rPr lang="en-US" sz="2933" spc="184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organised</a:t>
            </a: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by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PVG’s COET&amp;M, Pune, In Association with IEEE Pune Section, Energy Swaraj Foundation, 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Center of Sustainable Development (GIPE) and Kirloskar Vasundhara</a:t>
            </a:r>
          </a:p>
          <a:p>
            <a:pPr algn="ctr">
              <a:lnSpc>
                <a:spcPts val="3226"/>
              </a:lnSpc>
            </a:pPr>
            <a:endParaRPr lang="en-US" sz="2933" spc="184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4189008" y="1288800"/>
            <a:ext cx="9277476" cy="919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1"/>
              </a:lnSpc>
            </a:pPr>
            <a:r>
              <a:rPr lang="en-US" sz="3674" spc="367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 INTERNATIONAL SYMPOSIUM</a:t>
            </a:r>
          </a:p>
          <a:p>
            <a:pPr algn="ctr">
              <a:lnSpc>
                <a:spcPts val="3322"/>
              </a:lnSpc>
            </a:pPr>
            <a:r>
              <a:rPr lang="en-US" sz="3289" spc="328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 on NICHE AREAS OF SUSTAINABLE DEVELOPMENT(ISNASD’25)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28700" y="2269206"/>
            <a:ext cx="15765510" cy="350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51"/>
              </a:lnSpc>
            </a:pPr>
            <a:r>
              <a:rPr lang="en-US" sz="2036" b="1" i="1" spc="437">
                <a:solidFill>
                  <a:srgbClr val="000000"/>
                </a:solidFill>
                <a:latin typeface="Aleo Bold Italics"/>
                <a:ea typeface="Aleo Bold Italics"/>
                <a:cs typeface="Aleo Bold Italics"/>
                <a:sym typeface="Aleo Bold Italics"/>
              </a:rPr>
              <a:t>PROUDLY HOSTING FOR THE         TIME AT PVG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63322" y="2173385"/>
            <a:ext cx="1350609" cy="6655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8"/>
              </a:lnSpc>
            </a:pPr>
            <a:r>
              <a:rPr lang="en-US" sz="4998" spc="499">
                <a:solidFill>
                  <a:srgbClr val="0025CC"/>
                </a:solidFill>
                <a:latin typeface="League Gothic"/>
                <a:ea typeface="League Gothic"/>
                <a:cs typeface="League Gothic"/>
                <a:sym typeface="League Gothic"/>
              </a:rPr>
              <a:t>2ND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53360" y="8211471"/>
            <a:ext cx="209278" cy="21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6147424" y="1134991"/>
            <a:ext cx="1312643" cy="174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7"/>
              </a:lnSpc>
            </a:pPr>
            <a:r>
              <a:rPr lang="en-US" sz="1284" spc="128">
                <a:solidFill>
                  <a:srgbClr val="7A2F00"/>
                </a:solidFill>
                <a:latin typeface="League Gothic"/>
                <a:ea typeface="League Gothic"/>
                <a:cs typeface="League Gothic"/>
                <a:sym typeface="League Gothic"/>
              </a:rPr>
              <a:t>NAAC THIRD CYCLE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685292" y="3928125"/>
            <a:ext cx="4917416" cy="397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8"/>
              </a:lnSpc>
              <a:spcBef>
                <a:spcPct val="0"/>
              </a:spcBef>
            </a:pPr>
            <a:r>
              <a:rPr lang="en-US" sz="2959" b="1" spc="-88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This certificate is presented to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572740" y="3146339"/>
            <a:ext cx="8995047" cy="12549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4621" b="1" spc="-138" dirty="0">
                <a:solidFill>
                  <a:srgbClr val="CC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CERTIFICATE OF PARTICIPATION</a:t>
            </a:r>
          </a:p>
          <a:p>
            <a:pPr algn="ctr">
              <a:lnSpc>
                <a:spcPts val="4760"/>
              </a:lnSpc>
              <a:spcBef>
                <a:spcPct val="0"/>
              </a:spcBef>
            </a:pPr>
            <a:endParaRPr lang="en-US" sz="4621" b="1" spc="-138" dirty="0">
              <a:solidFill>
                <a:srgbClr val="CC0000"/>
              </a:solidFill>
              <a:latin typeface="Source Serif Pro Bold"/>
              <a:ea typeface="Source Serif Pro Bold"/>
              <a:cs typeface="Source Serif Pro Bold"/>
              <a:sym typeface="Source Serif Pro Bold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185510" y="8482796"/>
            <a:ext cx="2130663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Convernor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Archana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Mirashi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4272418" y="8482796"/>
            <a:ext cx="2412874" cy="617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Chairperson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Angali</a:t>
            </a: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Waghmare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8550" y="8482796"/>
            <a:ext cx="2081634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IEEE Pune Section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M..P. .Bhawalkar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135212" y="8482796"/>
            <a:ext cx="1971188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Principal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 R.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Tarambale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4174365" y="8482796"/>
            <a:ext cx="1973059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Director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R.G.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kaduskar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154</Words>
  <Application>Microsoft Office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3" baseType="lpstr">
      <vt:lpstr>Lato</vt:lpstr>
      <vt:lpstr>Calibri</vt:lpstr>
      <vt:lpstr>Libre Baskerville Bold</vt:lpstr>
      <vt:lpstr>DM Serif Display</vt:lpstr>
      <vt:lpstr>Lato Bold</vt:lpstr>
      <vt:lpstr>Aleo Bold Italics</vt:lpstr>
      <vt:lpstr>TT Hoves</vt:lpstr>
      <vt:lpstr>Libre Baskerville</vt:lpstr>
      <vt:lpstr>Arial</vt:lpstr>
      <vt:lpstr>Source Serif Pro Bold</vt:lpstr>
      <vt:lpstr>League Gothic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Your paragraph text</dc:title>
  <cp:lastModifiedBy>jagdish prajapati</cp:lastModifiedBy>
  <cp:revision>2</cp:revision>
  <dcterms:created xsi:type="dcterms:W3CDTF">2006-08-16T00:00:00Z</dcterms:created>
  <dcterms:modified xsi:type="dcterms:W3CDTF">2025-11-05T19:21:50Z</dcterms:modified>
  <dc:identifier>DAG3nvk80xI</dc:identifier>
</cp:coreProperties>
</file>